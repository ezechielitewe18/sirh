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206240"/>
            <a:ext cx="6217920" cy="6217920"/>
          </a:xfrm>
          <a:prstGeom prst="ellipse">
            <a:avLst/>
          </a:prstGeom>
          <a:solidFill>
            <a:srgbClr val="4F46E5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82880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C4B5F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443984"/>
            <a:ext cx="12191695" cy="25400"/>
          </a:xfrm>
          <a:prstGeom prst="rect">
            <a:avLst/>
          </a:prstGeom>
          <a:solidFill>
            <a:srgbClr val="7C3AE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 Black"/>
              </a:rPr>
              <a:t>GLOBIT</a:t>
            </a:r>
          </a:p>
          <a:p>
            <a:pPr algn="l"/>
            <a:r>
              <a:rPr sz="2000" b="0" i="0">
                <a:solidFill>
                  <a:srgbClr val="C4B5FD"/>
                </a:solidFill>
                <a:latin typeface="Segoe UI"/>
              </a:rPr>
              <a:t>Système d’Information des 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E8F0"/>
                </a:solidFill>
                <a:latin typeface="Segoe UI"/>
              </a:rPr>
              <a:t>SIRH · Plateforme de gestion intégrée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Présentation officielle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Pointage QR sécurisé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2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Congés &amp; Paie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PWA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Messagerie interne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C4"/>
                </a:solidFill>
                <a:latin typeface="Segoe UI"/>
              </a:rPr>
              <a:t>GLOBIT · 2026 — République Démocratique du Congo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7103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023360"/>
            <a:ext cx="4389120" cy="4389120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INTRODUCTION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Objectifs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18653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Centraliser la gestion RH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Une plateforme unique pour toutes les ressources humaines de GLOBIT.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74685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3862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Fiabiliser le pointage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QR dynamique scanné à la réception : 1er scan = arrivée, 2e scan = départ, code renouvelé toutes les 30 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30717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9894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Simplifier les processus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Congés, paie, formations, évaluations et rapports fluidifiés.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786749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785926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Assurer la traçabilité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Journal d’audit et historiques consultables par la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15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tables métier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4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profils d’accès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100%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PWA &amp;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1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SQL tout-en-un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86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Architecture PHP 8 MVC · MariaDB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ARCHITECTURE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Une base technique moderne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Cœur PHP 8.1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Modèle MVC natif sans framework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Routeur centralisé / controllers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Validation &amp; échappement HTML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Protection CSRF par formulaire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19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Segoe UI"/>
              </a:rPr>
              <a:t>Données MariaDB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1" y="25968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3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Un seul fichier sirh.sql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1" y="199704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1183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15 tables métier reliées</a:t>
            </a:r>
          </a:p>
        </p:txBody>
      </p:sp>
      <p:sp>
        <p:nvSpPr>
          <p:cNvPr id="26" name="Oval 25"/>
          <p:cNvSpPr/>
          <p:nvPr/>
        </p:nvSpPr>
        <p:spPr>
          <a:xfrm>
            <a:off x="4645151" y="373440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3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Contraintes &amp; index adaptés</a:t>
            </a:r>
          </a:p>
        </p:txBody>
      </p:sp>
      <p:sp>
        <p:nvSpPr>
          <p:cNvPr id="28" name="Oval 27"/>
          <p:cNvSpPr/>
          <p:nvPr/>
        </p:nvSpPr>
        <p:spPr>
          <a:xfrm>
            <a:off x="4645151" y="547176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Jongle historique complet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11310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2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PWA Mobile &amp; API</a:t>
            </a:r>
          </a:p>
        </p:txBody>
      </p:sp>
      <p:sp>
        <p:nvSpPr>
          <p:cNvPr id="32" name="Oval 31"/>
          <p:cNvSpPr/>
          <p:nvPr/>
        </p:nvSpPr>
        <p:spPr>
          <a:xfrm>
            <a:off x="8467342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4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Application web installable</a:t>
            </a:r>
          </a:p>
        </p:txBody>
      </p:sp>
      <p:sp>
        <p:nvSpPr>
          <p:cNvPr id="34" name="Oval 33"/>
          <p:cNvSpPr/>
          <p:nvPr/>
        </p:nvSpPr>
        <p:spPr>
          <a:xfrm>
            <a:off x="8467342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4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API JSON pour le mobile</a:t>
            </a:r>
          </a:p>
        </p:txBody>
      </p:sp>
      <p:sp>
        <p:nvSpPr>
          <p:cNvPr id="36" name="Oval 35"/>
          <p:cNvSpPr/>
          <p:nvPr/>
        </p:nvSpPr>
        <p:spPr>
          <a:xfrm>
            <a:off x="8467342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4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Compteur de présence temps réel</a:t>
            </a:r>
          </a:p>
        </p:txBody>
      </p:sp>
      <p:sp>
        <p:nvSpPr>
          <p:cNvPr id="38" name="Oval 37"/>
          <p:cNvSpPr/>
          <p:nvPr/>
        </p:nvSpPr>
        <p:spPr>
          <a:xfrm>
            <a:off x="8467342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4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QR signé HMAC, jamais mis en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0922"/>
              </a:gs>
              <a:gs pos="100000">
                <a:srgbClr val="2A124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54480" y="-1554480"/>
            <a:ext cx="4937760" cy="49377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389120"/>
            <a:ext cx="5120640" cy="512064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NOUVEAUTÉ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par QR code dynamique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Le code change toutes 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4B5FD"/>
                </a:solidFill>
                <a:latin typeface="Segoe UI Black"/>
              </a:rPr>
              <a:t>30 secondes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Secret signé, aucune photo réutilisable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1er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03320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22C55E"/>
                </a:solidFill>
              </a:rPr>
              <a:t>Arrivée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71416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2e 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471416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59E0B"/>
                </a:solidFill>
              </a:rPr>
              <a:t>Départ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39512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3e 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5239512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87171"/>
                </a:solidFill>
              </a:rPr>
              <a:t>Refusé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2880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Comment ça marche ?</a:t>
            </a:r>
          </a:p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L’employé affiche sur son téléphone un QR signé, renouvelé toutes les 30 secondes ; la réception le scanne et l’heure GLOBIT (fuseau Afrique/Kinshasa) détermine le statut.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319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10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Code unique par employé, calculé par le serveur à la demande du téléphone.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2605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596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Deuxième scan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2e scan de la journée enregistre le départ ; un 3e scan est refusé.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4891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882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Sécurité du code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Secret HMAC de 256 bits, rotation de 30 s : photo, capture ou modification sont rejetées.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7177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7168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Rappel automatique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Script désigné aux absents après la limite.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7C3AE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EXPÉRIENCE UTILISATEUR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Web &amp;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Interface web RH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77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Tableau de bord en temps réel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0747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0665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 des absents à régulariser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035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8953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Validation / rejet des retards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9776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8736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App mobile PWA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08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26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Téléphonable sans installation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22896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2814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 rotatif (30 s)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1184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1102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Historique et statuts colorés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2880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Le compte à rebours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0604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Implémenté sur des horodatages absolus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 i="0">
                <a:solidFill>
                  <a:srgbClr val="9CA3C4"/>
                </a:solidFill>
                <a:latin typeface="Segoe UI"/>
              </a:rPr>
              <a:t>Le serveur injecte le temps GLOBIT (limite de 10h00) et signe un jeton QR valable 30 s : ni le fuseau du navigateur ni l’horloge du poste ne faussent le pointage.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C4"/>
                </a:solidFill>
                <a:latin typeface="Segoe UI"/>
              </a:rPr>
              <a:t>Fuseau officiel : </a:t>
            </a:r>
            <a:r>
              <a:rPr sz="1400" b="1" i="0">
                <a:solidFill>
                  <a:srgbClr val="22C55E"/>
                </a:solidFill>
                <a:latin typeface="Segoe UI"/>
              </a:rPr>
              <a:t>UTC+01:00 Afrique/Kinshasa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291840"/>
            <a:ext cx="4206240" cy="4206240"/>
          </a:xfrm>
          <a:prstGeom prst="ellipse">
            <a:avLst/>
          </a:prstGeom>
          <a:solidFill>
            <a:srgbClr val="C4B5F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ESPACE RH &amp; DIRECTION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Modules de 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Employés &amp; Services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Fiches agents, affectations, organigramme des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3" y="20482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3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Congés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Demandes, solde disponible, approbation RH en ligne.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0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9054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4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Paie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Génération des fiches, validation, paiement, archives.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Formations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Catalogue, inscriptions et suivi des statuts.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26863" y="38770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3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Rapports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Absentéisme et congés exportables (Excel / PDF).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0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49054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4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Traçabilité des actions sensibles pour l’admin.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0A20"/>
              </a:gs>
              <a:gs pos="100000">
                <a:srgbClr val="1E103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3840480"/>
            <a:ext cx="4754880" cy="475488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F59E0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COMMUNICATION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Messagerie &amp;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Messagerie interne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60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Conversations privées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Employé ⇄ RH ⇄ Administration, en un fil.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554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546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Justification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L’employé s’explique, le RH régularise.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40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832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Annonces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Diffusion générale à toute l’équipe.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7126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7118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Non-lus temps réel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Compteurs dans le web et le mobile.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Notifications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68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60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Alertes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RH voit les absents à régulariser.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554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546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Approbations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Avis de validation des congés et présences.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840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832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Nouveaux messages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Notification silencieuse par statut lu/non-lu.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657600"/>
            <a:ext cx="4389120" cy="438912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22C55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GARANTIES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Sécurité &amp; fiabilité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202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Rôles et contrôles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Accès selon profil : admin, RH, employé — chaque action vérifiée.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85201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84378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Fuseau GLOBIT unique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UTC+01:00 Afrique/Kinshasa appliqué au PHP et à MariaDB ; compte à rebours fiable sur tous les postes.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50377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49554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Données protégées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Mots de passe hachés, sessions sécurisées, CSRF, échappement HTML ; secret QR de 256 bits par employé, jamais stocké ni affiché en clair.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815553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814730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Un seul SQL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sirh.sql : base + 15 tables + jeux de données, import en une seule étape.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1080729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079906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Chaque action sensible enregistrée et consultable par l’administrateur.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011680"/>
            <a:ext cx="5852160" cy="585216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4023360"/>
            <a:ext cx="6035040" cy="603504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 Black"/>
              </a:rPr>
              <a:t>Merci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Le projet SIRH accompagne GLOBIT vers une gestion RH moderne, numérique et fiable.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749039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749039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4B5FD"/>
                </a:solidFill>
                <a:latin typeface="Segoe UI"/>
              </a:rPr>
              <a:t>GLOBIT · Système d’Information des Ressources Humaines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Questions &amp; réponses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